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61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0" r:id="rId1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18" autoAdjust="0"/>
  </p:normalViewPr>
  <p:slideViewPr>
    <p:cSldViewPr>
      <p:cViewPr varScale="1">
        <p:scale>
          <a:sx n="70" d="100"/>
          <a:sy n="70" d="100"/>
        </p:scale>
        <p:origin x="-13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4F0E9E3-35FE-4012-B79F-60E9934A3AB1}" type="datetimeFigureOut">
              <a:rPr lang="es-AR" smtClean="0"/>
              <a:pPr/>
              <a:t>3/1/2019</a:t>
            </a:fld>
            <a:endParaRPr lang="es-A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E35943B-7DF9-4819-B9A4-694E8671BF17}" type="slidenum">
              <a:rPr lang="es-AR" smtClean="0"/>
              <a:pPr/>
              <a:t>‹Nº›</a:t>
            </a:fld>
            <a:endParaRPr lang="es-AR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s-AR" sz="6600" dirty="0" smtClean="0"/>
              <a:t>Motor  activado por</a:t>
            </a:r>
          </a:p>
          <a:p>
            <a:pPr algn="ctr">
              <a:buNone/>
            </a:pPr>
            <a:r>
              <a:rPr lang="es-AR" sz="6600" dirty="0" smtClean="0"/>
              <a:t>  </a:t>
            </a:r>
          </a:p>
          <a:p>
            <a:pPr algn="ctr">
              <a:buNone/>
            </a:pPr>
            <a:r>
              <a:rPr lang="es-AR" sz="6600" dirty="0" smtClean="0"/>
              <a:t>potenciómetro</a:t>
            </a:r>
            <a:endParaRPr lang="es-AR" sz="6600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181993"/>
          </a:xfrm>
        </p:spPr>
        <p:txBody>
          <a:bodyPr/>
          <a:lstStyle/>
          <a:p>
            <a:pPr algn="ctr"/>
            <a:r>
              <a:rPr lang="es-AR" dirty="0" smtClean="0"/>
              <a:t>Diodo</a:t>
            </a:r>
            <a:endParaRPr lang="es-AR" dirty="0"/>
          </a:p>
        </p:txBody>
      </p:sp>
      <p:pic>
        <p:nvPicPr>
          <p:cNvPr id="4" name="3 Imagen" descr="Diod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2564904"/>
            <a:ext cx="5179523" cy="2802037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</p:spPr>
        <p:txBody>
          <a:bodyPr/>
          <a:lstStyle/>
          <a:p>
            <a:r>
              <a:rPr lang="es-AR" dirty="0" smtClean="0"/>
              <a:t>Motor Corriente Continua</a:t>
            </a:r>
            <a:endParaRPr lang="es-AR" dirty="0"/>
          </a:p>
        </p:txBody>
      </p:sp>
      <p:pic>
        <p:nvPicPr>
          <p:cNvPr id="4" name="3 Marcador de contenido" descr="Motor dc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95736" y="2204864"/>
            <a:ext cx="3847673" cy="345638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143000"/>
          </a:xfrm>
        </p:spPr>
        <p:txBody>
          <a:bodyPr/>
          <a:lstStyle/>
          <a:p>
            <a:r>
              <a:rPr lang="es-AR" dirty="0" smtClean="0"/>
              <a:t>Potenciómetro </a:t>
            </a:r>
            <a:endParaRPr lang="es-AR" dirty="0"/>
          </a:p>
        </p:txBody>
      </p:sp>
      <p:pic>
        <p:nvPicPr>
          <p:cNvPr id="4" name="3 Marcador de contenido" descr="Potenciometro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31840" y="2708920"/>
            <a:ext cx="2736304" cy="272414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Transistor BD139</a:t>
            </a:r>
            <a:endParaRPr lang="es-AR" dirty="0"/>
          </a:p>
        </p:txBody>
      </p:sp>
      <p:pic>
        <p:nvPicPr>
          <p:cNvPr id="4" name="3 Marcador de contenido" descr="transistor bd1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83768" y="2420888"/>
            <a:ext cx="3968601" cy="396860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descarg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5816" y="2060848"/>
            <a:ext cx="3375819" cy="3375819"/>
          </a:xfrm>
          <a:prstGeom prst="rect">
            <a:avLst/>
          </a:prstGeom>
        </p:spPr>
      </p:pic>
      <p:sp>
        <p:nvSpPr>
          <p:cNvPr id="6" name="5 CuadroTexto"/>
          <p:cNvSpPr txBox="1"/>
          <p:nvPr/>
        </p:nvSpPr>
        <p:spPr>
          <a:xfrm>
            <a:off x="2051720" y="692696"/>
            <a:ext cx="47525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Resistencia</a:t>
            </a:r>
            <a:endParaRPr lang="es-AR" sz="50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Batería</a:t>
            </a:r>
            <a:endParaRPr lang="es-AR" dirty="0"/>
          </a:p>
        </p:txBody>
      </p:sp>
      <p:pic>
        <p:nvPicPr>
          <p:cNvPr id="4" name="3 Imagen" descr="descarga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1800" y="2636912"/>
            <a:ext cx="4123116" cy="27437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Módulo MC </a:t>
            </a:r>
            <a:r>
              <a:rPr lang="es-AR" dirty="0" err="1" smtClean="0"/>
              <a:t>Arduino</a:t>
            </a:r>
            <a:r>
              <a:rPr lang="es-AR" dirty="0" smtClean="0"/>
              <a:t> uno</a:t>
            </a:r>
            <a:endParaRPr lang="es-AR" dirty="0"/>
          </a:p>
        </p:txBody>
      </p:sp>
      <p:pic>
        <p:nvPicPr>
          <p:cNvPr id="4" name="3 Imagen" descr="descarga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5776" y="2492896"/>
            <a:ext cx="4042897" cy="3179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err="1" smtClean="0"/>
              <a:t>Protoboard</a:t>
            </a:r>
            <a:endParaRPr lang="es-AR" dirty="0"/>
          </a:p>
        </p:txBody>
      </p:sp>
      <p:pic>
        <p:nvPicPr>
          <p:cNvPr id="4" name="3 Imagen" descr="descarga (3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3768" y="2132856"/>
            <a:ext cx="3879875" cy="3879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Cables de conexión </a:t>
            </a:r>
            <a:endParaRPr lang="es-AR" dirty="0"/>
          </a:p>
        </p:txBody>
      </p:sp>
      <p:pic>
        <p:nvPicPr>
          <p:cNvPr id="4" name="3 Imagen" descr="descarga (4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67744" y="2996952"/>
            <a:ext cx="4880602" cy="31662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Procedimiento de conexión</a:t>
            </a:r>
            <a:endParaRPr lang="es-AR" dirty="0"/>
          </a:p>
        </p:txBody>
      </p:sp>
      <p:pic>
        <p:nvPicPr>
          <p:cNvPr id="4" name="3 Imagen" descr="images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2780928"/>
            <a:ext cx="3384376" cy="2520280"/>
          </a:xfrm>
          <a:prstGeom prst="rect">
            <a:avLst/>
          </a:prstGeom>
        </p:spPr>
      </p:pic>
      <p:pic>
        <p:nvPicPr>
          <p:cNvPr id="5" name="4 Imagen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92080" y="2780928"/>
            <a:ext cx="2160240" cy="252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Conexión   </a:t>
            </a:r>
            <a:endParaRPr lang="es-AR" dirty="0"/>
          </a:p>
        </p:txBody>
      </p:sp>
      <p:pic>
        <p:nvPicPr>
          <p:cNvPr id="4" name="3 Marcador de contenido" descr="Motor pote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32856" y="1935321"/>
            <a:ext cx="7078287" cy="438912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26</Words>
  <Application>Microsoft Office PowerPoint</Application>
  <PresentationFormat>Presentación en pantalla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Flujo</vt:lpstr>
      <vt:lpstr>Diapositiva 1</vt:lpstr>
      <vt:lpstr>Diodo</vt:lpstr>
      <vt:lpstr>Motor Corriente Continua</vt:lpstr>
      <vt:lpstr>Potenciómetro </vt:lpstr>
      <vt:lpstr>Transistor BD139</vt:lpstr>
      <vt:lpstr>Diapositiva 6</vt:lpstr>
      <vt:lpstr>Batería</vt:lpstr>
      <vt:lpstr>Módulo MC Arduino uno</vt:lpstr>
      <vt:lpstr>Protoboard</vt:lpstr>
      <vt:lpstr>Cables de conexión </vt:lpstr>
      <vt:lpstr>Procedimiento de conexión</vt:lpstr>
      <vt:lpstr>Conexión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Diodo</dc:title>
  <dc:creator>Sergio Contreras</dc:creator>
  <cp:lastModifiedBy>Sergio Contreras</cp:lastModifiedBy>
  <cp:revision>16</cp:revision>
  <dcterms:created xsi:type="dcterms:W3CDTF">2018-12-30T02:01:43Z</dcterms:created>
  <dcterms:modified xsi:type="dcterms:W3CDTF">2019-01-04T01:58:51Z</dcterms:modified>
</cp:coreProperties>
</file>